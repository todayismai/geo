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759435" cy="10382270"/>
          </a:xfrm>
          <a:custGeom>
            <a:avLst/>
            <a:gdLst/>
            <a:ahLst/>
            <a:cxnLst/>
            <a:rect r="r" b="b" t="t" l="l"/>
            <a:pathLst>
              <a:path h="10382270" w="19759435">
                <a:moveTo>
                  <a:pt x="0" y="0"/>
                </a:moveTo>
                <a:lnTo>
                  <a:pt x="19759435" y="0"/>
                </a:lnTo>
                <a:lnTo>
                  <a:pt x="19759435" y="10382270"/>
                </a:lnTo>
                <a:lnTo>
                  <a:pt x="0" y="1038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8628"/>
          </a:xfrm>
          <a:custGeom>
            <a:avLst/>
            <a:gdLst/>
            <a:ahLst/>
            <a:cxnLst/>
            <a:rect r="r" b="b" t="t" l="l"/>
            <a:pathLst>
              <a:path h="10298628" w="18288000">
                <a:moveTo>
                  <a:pt x="0" y="0"/>
                </a:moveTo>
                <a:lnTo>
                  <a:pt x="18288000" y="0"/>
                </a:lnTo>
                <a:lnTo>
                  <a:pt x="18288000" y="10298628"/>
                </a:lnTo>
                <a:lnTo>
                  <a:pt x="0" y="10298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351" cy="10287000"/>
          </a:xfrm>
          <a:custGeom>
            <a:avLst/>
            <a:gdLst/>
            <a:ahLst/>
            <a:cxnLst/>
            <a:rect r="r" b="b" t="t" l="l"/>
            <a:pathLst>
              <a:path h="10287000" w="18267351">
                <a:moveTo>
                  <a:pt x="0" y="0"/>
                </a:moveTo>
                <a:lnTo>
                  <a:pt x="18267351" y="0"/>
                </a:lnTo>
                <a:lnTo>
                  <a:pt x="182673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67351" cy="10287000"/>
          </a:xfrm>
          <a:custGeom>
            <a:avLst/>
            <a:gdLst/>
            <a:ahLst/>
            <a:cxnLst/>
            <a:rect r="r" b="b" t="t" l="l"/>
            <a:pathLst>
              <a:path h="10287000" w="18267351">
                <a:moveTo>
                  <a:pt x="0" y="0"/>
                </a:moveTo>
                <a:lnTo>
                  <a:pt x="18267351" y="0"/>
                </a:lnTo>
                <a:lnTo>
                  <a:pt x="182673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8628"/>
          </a:xfrm>
          <a:custGeom>
            <a:avLst/>
            <a:gdLst/>
            <a:ahLst/>
            <a:cxnLst/>
            <a:rect r="r" b="b" t="t" l="l"/>
            <a:pathLst>
              <a:path h="10298628" w="18288000">
                <a:moveTo>
                  <a:pt x="0" y="0"/>
                </a:moveTo>
                <a:lnTo>
                  <a:pt x="18288000" y="0"/>
                </a:lnTo>
                <a:lnTo>
                  <a:pt x="18288000" y="10298628"/>
                </a:lnTo>
                <a:lnTo>
                  <a:pt x="0" y="102986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DAHUea2H5m4</dc:identifier>
  <dcterms:modified xsi:type="dcterms:W3CDTF">2011-08-01T06:04:30Z</dcterms:modified>
  <cp:revision>1</cp:revision>
</cp:coreProperties>
</file>